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MAJOR PROJECT PRESENTATION | B.TECH CSE /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1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PREPPULSE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Next-Generation Tech Placement &amp; Mindset 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Domain: Artificial Intelligence &amp; Modern Web Engineering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Key Innovations: Real-time Voice Mock Interviews with Gemini AI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Comprehensive Preparation: DSA, Core CS (OS, DBMS, CN), System Design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Cloud Architecture: Cloud Firestore Persistent Sync &amp; Role Security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Group Project Members: 1. Masuma Akhtar | 2. Ayushi Sharma | 3. Neehit Kumar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Academic Year: 2025–2026 | B.Tech Computer Science &amp; Engineering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BACKGROUND &amp; NEED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2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Problem Statement &amp; Motivation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Bridging the Gap Between Academics and Tech Hiring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Tech interviews require dual competence: conceptual depth and verbal communication.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Traditional placement preparation is fragmented across multiple disparate websites.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Mock interviews with human mentors are expensive and lack scalable on-demand availability.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Candidates suffer from interview anxiety without realistic voice-based mock feedback.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Solution: An integrated AI platform providing adaptive voice coaching and progress analytics.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GOALS &amp; DELIVERABLES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3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Project Objectives &amp;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Target Capabilities &amp; Deliverables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1. Intelligent Voice Mock Interviewer: Real-time audio capture, transcription, and scoring.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2. Core CS Conceptual Bank: Curated question sets for DBMS, OS, Computer Networks, and OOP.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3. Interactive DSA Sandbox: Problem categorizations, time/space complexity notes, and hints.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4. LeetCode Profile Synchronization: Live problem stats, difficulty breakdown, and daily streaks.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5. Secure Cloud Synchronization: Cloud Firestore persistence with strict role security rules.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33EA"/>
                </a:solidFill>
              </a:rPr>
              <a:t>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4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System Architecture &amp; Tech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Modular Client-Server &amp; Cloud Infrastructure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Frontend: React 19, TypeScript, Tailwind CSS v4, Motion animation primitives.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Backend / API Layer: Express.js, TypeScript Execution (tsx), Vite integration.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AI / ML Engine: Google Gemini API with smart model cascade &amp; automatic error recovery.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Database &amp; Auth: Firebase Authentication (Google/Email) &amp; Cloud Firestore.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Audio Processing: Web Audio API, MediaRecorder, PCM transcription pipeline.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KEY INNOVATION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5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Voice Mock Interview Module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Speech-to-Text &amp; Gemini AI Evaluation Engine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Dynamic question generation tailored to company profiles (FAANG, Unicorns, Consultancies).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Dual input modes: Speech recording via MediaRecorder with text input fallback.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Audio Transcription: High-fidelity voice conversion with adaptive timeout guards.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Multi-dimensional rubric scoring: Technical accuracy, communication clarity, and completeness.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Actionable feedback breakdown: Key strengths, areas for improvement, and ideal answers.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KEY INNOVATION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6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Core CS &amp; DSA Practice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Comprehensive Computer Science Knowledge 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Subject Modules: Operating Systems (Threads, Virtual Memory, Deadlocks).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Database Management: Normalization, Indexing (B+ Trees), ACID, Transaction concurrency.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Computer Networks: OSI/TCP-IP, DNS resolution, Socket programming, Protocols.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Object-Oriented Programming: Polymorphism, Design Patterns (SOLID), Encapsulation.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Algorithmic Problem Bank: Curated DSA sheets with complexity analysis and edge cases.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</a:rPr>
              <a:t>KEY INNOVATION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7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LeetCode Sync &amp; Executive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Performance Metrics &amp; Readiness Visualizer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Live LeetCode profile scraper and statistics aggregation (Easy / Medium / Hard).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Executive Dashboard: Interview Readiness Index calculation and milestone tracking.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Radar charts and category progress indicators highlighting weak topic areas.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Streak calculation and daily goal tracker fostering disciplined preparation habits.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Historical interview log: Track performance trajectory across practice sessions.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SECURITY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8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Database Design &amp; Security Rules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Zero-Leak Abstraction &amp; Role-Based Access Control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Configuration Abstraction Layer (firebase.config.ts) prevents credential leaks on GitHub.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Cloud Firestore Schema: Strict subcollection hierarchy for user mock interviews and progress.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Security Rules (firestore.rules): Enforced user ownership (request.auth.uid == userId).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Sanitized templates (.env.example &amp; firebase-applet-config.example.json) for open source.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Zero-client secret exposure: Sensitive Gemini API calls handled securely via backend proxy.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VALIDATION &amp;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9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Testing, Benchmarking &amp;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Rigorous Validation of System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AI Evaluation Consistency: Validated across 100+ standard engineering interview questions.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Speech Recognition Accuracy: ~96% transcription fidelity on technical programming terms.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Sub-2s Response Latency: Parallelized prompt engineering and intelligent model fallbacks.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Zero-Fatal Error Resilience: Graceful fallback to text mode when microphone is unavailable.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Cross-Browser Compatibility: Verified on Chrome, Edge, Safari, and mobile viewports.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PROJECT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Slide 10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Conclusion &amp; Future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</a:rPr>
              <a:t>Summary of Achievements &amp; Next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05156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Successfully developed an enterprise-grade Tech Placement &amp; Interview Preparation Hub.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Empowers students with personalized, AI-driven, unbiased voice mock interview practice.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Unified DSA, Core CS, and coding metrics into a cohesive, responsive web platform.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Future Enhancements: Real-time video body language/eye contact analysis via Computer Vision.
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E2E8F0"/>
                </a:solidFill>
              </a:rPr>
              <a:t>Future Enhancements: Peer-to-peer live mock matching and automated resume ATS scanner.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PrepPulse AI — Major Project Presentation | B.Tech CSE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Major Project 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PrepPulse AI — Placement &amp; Mindset Hub</dc:title>
  <dc:subject>PptxGenJS Presentation</dc:subject>
  <dc:creator>Masuma Akhtar, Ayushi Sharma, Neehit Kumar</dc:creator>
  <cp:lastModifiedBy>Masuma Akhtar, Ayushi Sharma, Neehit Kumar</cp:lastModifiedBy>
  <cp:revision>1</cp:revision>
  <dcterms:created xsi:type="dcterms:W3CDTF">2026-10-13T15:52:11Z</dcterms:created>
  <dcterms:modified xsi:type="dcterms:W3CDTF">2026-10-13T15:52:11Z</dcterms:modified>
</cp:coreProperties>
</file>